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AI Engineering Journey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Insights on Antigravity, Career Roadmaps, and the Confide Project</a:t>
            </a:r>
          </a:p>
          <a:p>
            <a:r>
              <a:t>Prepared by Antigravity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is an AI Agent (Antigravity) Built?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in four massive layers:</a:t>
            </a:r>
          </a:p>
          <a:p>
            <a:pPr lvl="1"/>
            <a:r>
              <a:t>1. The Brain: A core LLM (like Gemini) trained on millions of repositories (Python/C++).</a:t>
            </a:r>
          </a:p>
          <a:p>
            <a:pPr lvl="1"/>
            <a:r>
              <a:t>2. The Hands: Tool-calling capabilities that let the AI interact with files and terminals.</a:t>
            </a:r>
          </a:p>
          <a:p>
            <a:pPr lvl="1"/>
            <a:r>
              <a:t>3. The Loop: An 'Agentic ReAct Loop' (Reason + Act) allowing autonomous execution.</a:t>
            </a:r>
          </a:p>
          <a:p>
            <a:pPr lvl="1"/>
            <a:r>
              <a:t>4. The Sandbox: A secure environment ensuring safe execution of commands.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 AI Completely Hand-Coded?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Short Answer: No!</a:t>
            </a:r>
          </a:p>
          <a:p>
            <a:pPr lvl="1"/>
            <a:r>
              <a:t>The Early Days (2017): 100% human-coded (grueling 15-hour days by researchers).</a:t>
            </a:r>
          </a:p>
          <a:p>
            <a:pPr lvl="1"/>
            <a:r>
              <a:t>Today: AI Engineers use AI to build better AI!</a:t>
            </a:r>
          </a:p>
          <a:p>
            <a:pPr lvl="1"/>
            <a:r>
              <a:t>Humans are now 'Architects', while AI handles the repetitive 'typing' and boilerplate.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Review: Your 'Confide AI'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exceptionally mature project for a 2nd-year B.Tech student.</a:t>
            </a:r>
          </a:p>
          <a:p>
            <a:pPr lvl="1"/>
            <a:r>
              <a:t>Architecture: Modern Full-Stack (React/Vite + Node.js/Express).</a:t>
            </a:r>
          </a:p>
          <a:p>
            <a:pPr lvl="1"/>
            <a:r>
              <a:t>Maturity: Features like 'Crisis Protocols' show real Product Management thinking.</a:t>
            </a:r>
          </a:p>
          <a:p>
            <a:pPr lvl="1"/>
            <a:r>
              <a:t>Flexibility: Integrates multiple AI providers (Groq, Gemini, OpenAI) + Vision support.</a:t>
            </a:r>
          </a:p>
          <a:p>
            <a:pPr lvl="1"/>
            <a:r>
              <a:t>Next Steps: Add a database (MongoDB/Supabase) and User Authentication.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Golden Career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maximize ROI in your CS degree:</a:t>
            </a:r>
          </a:p>
          <a:p>
            <a:pPr lvl="1"/>
            <a:r>
              <a:t>1. Be a Full-Stack AI Engineer: Combine Web Dev (React) with AI integrations.</a:t>
            </a:r>
          </a:p>
          <a:p>
            <a:pPr lvl="1"/>
            <a:r>
              <a:t>2. Master RAG &amp; Agents: Companies pay top dollar for engineers who can make models useful.</a:t>
            </a:r>
          </a:p>
          <a:p>
            <a:pPr lvl="1"/>
            <a:r>
              <a:t>3. End-to-End Deployment: Learn Docker and Cloud (AWS/Vercel) to deploy your apps.</a:t>
            </a:r>
          </a:p>
          <a:p>
            <a:pPr lvl="1"/>
            <a:r>
              <a:t>Avoid 'Vibe Coding' trap: Use AI as a tutor, not a replacement for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